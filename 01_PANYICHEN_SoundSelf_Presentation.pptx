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2" r:id="rId8"/>
    <p:sldId id="260" r:id="rId9"/>
    <p:sldId id="261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534AB7">
              <a:alpha val="25000"/>
            </a:srgbClr>
          </a:solidFill>
          <a:ln w="12700">
            <a:solidFill>
              <a:srgbClr val="534A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5DCAA5">
              <a:alpha val="18000"/>
            </a:srgbClr>
          </a:solidFill>
          <a:ln w="12700">
            <a:solidFill>
              <a:srgbClr val="5DCAA5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SoundSelf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your music. Share your worldview.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Arts &amp; Big Data  ·  Sungkyunkwan University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Jahwan Koo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is SoundSelf?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Streamlit web dashboard where users curate their favorite tracks, visualize their musical identity, and discover other curators — through taste compatibility, not algorithms.</a:t>
            </a:r>
            <a:endParaRPr lang="en-US" sz="15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2057400"/>
            <a:ext cx="3840480" cy="91440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685800" y="213055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♪  My Music Profile</a:t>
            </a:r>
            <a:endParaRPr lang="en-US" sz="13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85800" y="244144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tracks with personal commentary. Browse by genre. View stats.</a:t>
            </a:r>
            <a:endParaRPr lang="en-US" sz="11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663440" y="2057400"/>
            <a:ext cx="3840480" cy="91440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800600" y="213055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  Taste Compatibility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800600" y="244144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with other curators by genre and mood (0–100%).</a:t>
            </a:r>
            <a:endParaRPr lang="en-US" sz="11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48640" y="3104515"/>
            <a:ext cx="3840480" cy="91440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85800" y="331927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◈  Mood Tag System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85800" y="363016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Tag tracks with emotional contexts — rainy day, deep focus…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663440" y="3104515"/>
            <a:ext cx="3840480" cy="91440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800600" y="331927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⊞  Taste Map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4800600" y="363016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scatter plot of your music on genre × intensity axes.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548640" y="4206240"/>
            <a:ext cx="3840480" cy="91440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685800" y="427939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Spotify Import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85800" y="4590288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Liked Songs directly from Spotify API with audio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SoundSelf?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256032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32918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algorithms optimize for engagement, not identity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platform lets you explain WHY you love a track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Music taste as self-expression is invisible online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curation is undervalued vs. machine recommendation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DCA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2560320"/>
          </a:xfrm>
          <a:prstGeom prst="rect">
            <a:avLst/>
          </a:prstGeom>
          <a:solidFill>
            <a:srgbClr val="0D1F1A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4747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people through genuine taste, not listening volume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music commentary a social layer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your musical identity as data 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Spotify API enables real-time personal data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Python · Streamlit · Plotly · Spotify Web API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solidFill>
            <a:srgbClr val="534AB7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Music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4416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track · browse by genre · view taste stats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600200"/>
            <a:ext cx="0" cy="256032"/>
          </a:xfrm>
          <a:prstGeom prst="line">
            <a:avLst/>
          </a:prstGeom>
          <a:noFill/>
          <a:ln w="12700">
            <a:solidFill>
              <a:srgbClr val="2E2B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502920" cy="502920"/>
          </a:xfrm>
          <a:prstGeom prst="rect">
            <a:avLst/>
          </a:prstGeom>
          <a:solidFill>
            <a:srgbClr val="0D4D3A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56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Taste 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scatter: genre axis × intensity axis — your musical fingerprint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" y="2359152"/>
            <a:ext cx="0" cy="256032"/>
          </a:xfrm>
          <a:prstGeom prst="line">
            <a:avLst/>
          </a:prstGeom>
          <a:noFill/>
          <a:ln w="12700">
            <a:solidFill>
              <a:srgbClr val="2E2B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502920" cy="502920"/>
          </a:xfrm>
          <a:prstGeom prst="rect">
            <a:avLst/>
          </a:prstGeom>
          <a:solidFill>
            <a:srgbClr val="534AB7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63347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 Tag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62072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by emotional context: rainy day, deep focus…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" y="3118104"/>
            <a:ext cx="0" cy="256032"/>
          </a:xfrm>
          <a:prstGeom prst="line">
            <a:avLst/>
          </a:prstGeom>
          <a:noFill/>
          <a:ln w="12700">
            <a:solidFill>
              <a:srgbClr val="2E2B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solidFill>
            <a:srgbClr val="0D4D3A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CA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39242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Spotify Import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→ fetch Liked Songs → valence × energy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" y="3877056"/>
            <a:ext cx="0" cy="256032"/>
          </a:xfrm>
          <a:prstGeom prst="line">
            <a:avLst/>
          </a:prstGeom>
          <a:noFill/>
          <a:ln w="12700">
            <a:solidFill>
              <a:srgbClr val="2E2B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33088"/>
            <a:ext cx="502920" cy="502920"/>
          </a:xfrm>
          <a:prstGeom prst="rect">
            <a:avLst/>
          </a:prstGeom>
          <a:solidFill>
            <a:srgbClr val="534AB7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330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15137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Curator Feed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379976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tracks from high-compatibility curators</a:t>
            </a:r>
            <a:endParaRPr lang="en-US" sz="11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632200" y="47307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>
                <a:ln/>
                <a:solidFill>
                  <a:schemeClr val="accent4"/>
                </a:solidFill>
              </a:rPr>
              <a:t>https://soundself-sakanamango.streamlit.app/</a:t>
            </a:r>
            <a:endParaRPr lang="en-US" altLang="zh-CN">
              <a:ln/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bandicam 2026-05-27 01-21-43-299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3810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3383280"/>
          </a:xfrm>
          <a:prstGeom prst="rect">
            <a:avLst/>
          </a:prstGeom>
          <a:solidFill>
            <a:srgbClr val="1A1828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611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Spotify OAuth 2.0 Authorization Code flow with server-side client_secret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session_state resets on redirect — workaround with URL params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features API</a:t>
            </a:r>
            <a:endParaRPr lang="en-US" sz="1200" dirty="0">
              <a:solidFill>
                <a:srgbClr val="FFFFF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Deploying Python apps on Streamlit Cloud with secrets management</a:t>
            </a:r>
            <a:endParaRPr lang="en-US" sz="1200" dirty="0">
              <a:solidFill>
                <a:srgbClr val="FFFFF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of Claude AI for designing my project</a:t>
            </a:r>
            <a:endParaRPr lang="en-US" sz="1200" dirty="0">
              <a:solidFill>
                <a:srgbClr val="FFFFF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DCA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840480" cy="3383280"/>
          </a:xfrm>
          <a:prstGeom prst="rect">
            <a:avLst/>
          </a:prstGeom>
          <a:solidFill>
            <a:srgbClr val="0D1F1A"/>
          </a:solidFill>
          <a:ln w="6350">
            <a:solidFill>
              <a:srgbClr val="0D4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08760"/>
            <a:ext cx="3611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visualization as identity — scatter plots can be self-portraits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 tagging bridges subjective feeling and objective music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UX: the add-a-track form needs to feel personal, not like a spreadsheet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Curator discovery works better with context than with pure similarity scores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534AB7">
              <a:alpha val="20000"/>
            </a:srgbClr>
          </a:solidFill>
          <a:ln w="12700">
            <a:solidFill>
              <a:srgbClr val="534AB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2286000" cy="2286000"/>
          </a:xfrm>
          <a:prstGeom prst="ellipse">
            <a:avLst/>
          </a:prstGeom>
          <a:solidFill>
            <a:srgbClr val="5DCAA5">
              <a:alpha val="15000"/>
            </a:srgbClr>
          </a:solidFill>
          <a:ln w="12700">
            <a:solidFill>
              <a:srgbClr val="5DCAA5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FA9E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your music. share your worldview.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3108960"/>
            <a:ext cx="4023360" cy="594360"/>
          </a:xfrm>
          <a:prstGeom prst="rect">
            <a:avLst/>
          </a:prstGeom>
          <a:solidFill>
            <a:srgbClr val="1A1828"/>
          </a:solidFill>
          <a:ln w="6350">
            <a:solidFill>
              <a:srgbClr val="2E2B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31089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 algn="ctr">
              <a:buNone/>
            </a:pPr>
            <a:r>
              <a:rPr lang="en-US" altLang="zh-CN" sz="1300" dirty="0">
                <a:solidFill>
                  <a:schemeClr val="accent4"/>
                </a:solidFill>
                <a:effectLst/>
              </a:rPr>
              <a:t>https://github.com/pany7066-art/soundself</a:t>
            </a:r>
            <a:endParaRPr lang="en-US" altLang="zh-CN" sz="1300" dirty="0">
              <a:solidFill>
                <a:schemeClr val="accent4"/>
              </a:solidFill>
              <a:effectLst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9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Arts &amp; Big Data · Sungkyunkwan University · Prof. Jahwan Koo · Spring 2026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2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3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4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5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6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7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8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9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0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1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2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3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4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ags/tag15.xml><?xml version="1.0" encoding="utf-8"?>
<p:tagLst xmlns:p="http://schemas.openxmlformats.org/presentationml/2006/main">
  <p:tag name="KSO_WM_DIAGRAM_VIRTUALLY_FRAME" val="{&quot;height&quot;:241.2,&quot;left&quot;:43.2,&quot;top&quot;:162,&quot;width&quot;:62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2344</Words>
  <Application>WPS 演示</Application>
  <PresentationFormat>On-screen Show (16:9)</PresentationFormat>
  <Paragraphs>110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SoundSelf</dc:title>
  <dc:creator>Arts &amp; Big Data, Sungkyunkwan University</dc:creator>
  <dc:subject>PptxGenJS Presentation</dc:subject>
  <cp:lastModifiedBy>唯我咕哒咕哒永世长存</cp:lastModifiedBy>
  <cp:revision>2</cp:revision>
  <dcterms:created xsi:type="dcterms:W3CDTF">2026-05-26T13:06:00Z</dcterms:created>
  <dcterms:modified xsi:type="dcterms:W3CDTF">2026-05-26T16:27:35Z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53BFDA5CD9724C87AB74966FB5A8DBA8_12</vt:lpwstr>
  </property>
  <property fmtid="{D5CDD505-2E9C-101B-9397-08002B2CF9AE}" pid="3" name="KSOProductBuildVer">
    <vt:lpwstr>2052-12.1.0.21915</vt:lpwstr>
  </property>
</Properties>
</file>